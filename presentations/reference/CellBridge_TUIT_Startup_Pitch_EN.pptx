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5b1287c544f6b" /><Relationship Type="http://schemas.openxmlformats.org/officeDocument/2006/relationships/extended-properties" Target="/docProps/app.xml" Id="Rc34fb63033e84dff" /><Relationship Type="http://schemas.openxmlformats.org/officeDocument/2006/relationships/officeDocument" Target="/ppt/presentation.xml" Id="Rba7d65a29edd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aa318860d446aa"/>
  </p:sldMasterIdLst>
  <p:notesMasterIdLst>
    <p:notesMasterId xmlns:r="http://schemas.openxmlformats.org/officeDocument/2006/relationships" r:id="Rbfa44b7d0ca540c6"/>
  </p:notesMasterIdLst>
  <p:sldIdLst>
    <p:sldId xmlns:r="http://schemas.openxmlformats.org/officeDocument/2006/relationships" id="256" r:id="R2e07f7d6d7df4fc7"/>
    <p:sldId xmlns:r="http://schemas.openxmlformats.org/officeDocument/2006/relationships" id="257" r:id="R57c1ba6d755643e0"/>
    <p:sldId xmlns:r="http://schemas.openxmlformats.org/officeDocument/2006/relationships" id="258" r:id="Rb9ddd4e5ecf74bc2"/>
    <p:sldId xmlns:r="http://schemas.openxmlformats.org/officeDocument/2006/relationships" id="259" r:id="Rdbd97b3573bf4f79"/>
    <p:sldId xmlns:r="http://schemas.openxmlformats.org/officeDocument/2006/relationships" id="260" r:id="Rc20a160ee3334447"/>
    <p:sldId xmlns:r="http://schemas.openxmlformats.org/officeDocument/2006/relationships" id="261" r:id="Reb4665416f4c4436"/>
    <p:sldId xmlns:r="http://schemas.openxmlformats.org/officeDocument/2006/relationships" id="262" r:id="Rf386bce2d4c54d16"/>
    <p:sldId xmlns:r="http://schemas.openxmlformats.org/officeDocument/2006/relationships" id="263" r:id="Rd1623ae59612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0166e838404639" /><Relationship Type="http://schemas.openxmlformats.org/officeDocument/2006/relationships/slideMaster" Target="/ppt/slideMasters/slideMaster1.xml" Id="R3baa318860d446aa" /><Relationship Type="http://schemas.openxmlformats.org/officeDocument/2006/relationships/notesMaster" Target="/ppt/notesMasters/notesMaster1.xml" Id="Rbfa44b7d0ca540c6" /><Relationship Type="http://schemas.openxmlformats.org/officeDocument/2006/relationships/presProps" Target="/ppt/presProps.xml" Id="R958506869f8b46cb" /><Relationship Type="http://schemas.openxmlformats.org/officeDocument/2006/relationships/tableStyles" Target="/ppt/tableStyles.xml" Id="Rb2010feeee0d40f9" /><Relationship Type="http://schemas.openxmlformats.org/officeDocument/2006/relationships/slide" Target="/ppt/slides/slide1.xml" Id="R2e07f7d6d7df4fc7" /><Relationship Type="http://schemas.openxmlformats.org/officeDocument/2006/relationships/slide" Target="/ppt/slides/slide2.xml" Id="R57c1ba6d755643e0" /><Relationship Type="http://schemas.openxmlformats.org/officeDocument/2006/relationships/slide" Target="/ppt/slides/slide3.xml" Id="Rb9ddd4e5ecf74bc2" /><Relationship Type="http://schemas.openxmlformats.org/officeDocument/2006/relationships/slide" Target="/ppt/slides/slide4.xml" Id="Rdbd97b3573bf4f79" /><Relationship Type="http://schemas.openxmlformats.org/officeDocument/2006/relationships/slide" Target="/ppt/slides/slide5.xml" Id="Rc20a160ee3334447" /><Relationship Type="http://schemas.openxmlformats.org/officeDocument/2006/relationships/slide" Target="/ppt/slides/slide6.xml" Id="Reb4665416f4c4436" /><Relationship Type="http://schemas.openxmlformats.org/officeDocument/2006/relationships/slide" Target="/ppt/slides/slide7.xml" Id="Rf386bce2d4c54d16" /><Relationship Type="http://schemas.openxmlformats.org/officeDocument/2006/relationships/slide" Target="/ppt/slides/slide8.xml" Id="Rd1623ae59612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eb37e644c4b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ae4e2e6024d77" /><Relationship Type="http://schemas.openxmlformats.org/officeDocument/2006/relationships/notesMaster" Target="/ppt/notesMasters/notesMaster1.xml" Id="R23b95efd836540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f59fb9bcd64db0" /><Relationship Type="http://schemas.openxmlformats.org/officeDocument/2006/relationships/notesMaster" Target="/ppt/notesMasters/notesMaster1.xml" Id="R256a0f25cc77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1f0e2442d44537" /><Relationship Type="http://schemas.openxmlformats.org/officeDocument/2006/relationships/notesMaster" Target="/ppt/notesMasters/notesMaster1.xml" Id="R4a7e71e0c96342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a97e266c2440f" /><Relationship Type="http://schemas.openxmlformats.org/officeDocument/2006/relationships/notesMaster" Target="/ppt/notesMasters/notesMaster1.xml" Id="Rfb82c09a37f5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ccda6721e4303" /><Relationship Type="http://schemas.openxmlformats.org/officeDocument/2006/relationships/notesMaster" Target="/ppt/notesMasters/notesMaster1.xml" Id="Rbf0a470bd07b43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493e0ce99a410d" /><Relationship Type="http://schemas.openxmlformats.org/officeDocument/2006/relationships/notesMaster" Target="/ppt/notesMasters/notesMaster1.xml" Id="R753aeca9ec0f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78e819ffb4c3a" /><Relationship Type="http://schemas.openxmlformats.org/officeDocument/2006/relationships/notesMaster" Target="/ppt/notesMasters/notesMaster1.xml" Id="R320e79664cc445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dbffdb57b8460c" /><Relationship Type="http://schemas.openxmlformats.org/officeDocument/2006/relationships/notesMaster" Target="/ppt/notesMasters/notesMaster1.xml" Id="Rdca43f14b328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CellBridge is a working title. The current claim comes from the founder's prototype: a roughly $10 voice-capable USB modem connected to a Wi-Fi tablet. Product architecture and code were not available in the repository for independent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Generated cover visual created for this deck with OpenAI Image Generation; it is illustrative, not a photograph of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</a:t>
            </a:r>
          </a:p>
          <a:p xmlns:a="http://schemas.openxmlformats.org/drawingml/2006/main">
            <a:r>
              <a:t>- Apple U.S. iPad store shows a $150 premium between Wi-Fi and Wi-Fi + Cellular at the same storage tier (prices can change): https://www.apple.com/us/shop/buy-ipad/ipad/256gb-silver-wifi-cellular</a:t>
            </a:r>
          </a:p>
          <a:p xmlns:a="http://schemas.openxmlformats.org/drawingml/2006/main">
            <a:r>
              <a:t>- Apple says Wi-Fi + Cellular iPads support cellular data, not ordinary cellular phone service: https://support.apple.com/en-gu/guide/ipad/ipadbfe780eb/ipados</a:t>
            </a:r>
          </a:p>
          <a:p xmlns:a="http://schemas.openxmlformats.org/drawingml/2006/main">
            <a:r>
              <a:t>- RingCentral lists Essentials from $19.99 per user/month with annual billing: https://www.ringcentral.com/shared/content/plans-and-pricing.html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Calculation: 10 × $19.99 × 12 = $2,398.80, rounded to $2,399. This is a benchmark, not a like-for-like product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assumption: This diagram reflects the founder's description. The repository contained no software files, so transport protocols, supported operating systems and current multi-device behavior could not be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boundary: A single cellular modem and SIM normally provide one active carrier call. Multiple endpoints can ring, but parallel external calls require more cellular channels.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rationale: The founder asked to make clear that phone and calling capabilities will be polished. This slide separates what the prototype reportedly proves from the features required for a commercial pilot. 4G/VoLTE support matters because many low-cost legacy voice dongles rely on older networks.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assumptions:</a:t>
            </a:r>
          </a:p>
          <a:p xmlns:a="http://schemas.openxmlformats.org/drawingml/2006/main">
            <a:r>
              <a:t>- Apple premium: $150 at the same storage tier; 10 × $150 = $1,500. https://www.apple.com/us/shop/buy-ipad/ipad/256gb-silver-wifi-cellular</a:t>
            </a:r>
          </a:p>
          <a:p xmlns:a="http://schemas.openxmlformats.org/drawingml/2006/main">
            <a:r>
              <a:t>- RingCentral Essentials benchmark: $19.99/user/month with annual billing; 10 × $19.99 × 12 = $2,398.80, rounded to $2,399. https://www.ringcentral.com/shared/content/plans-and-pricing.html</a:t>
            </a:r>
          </a:p>
          <a:p xmlns:a="http://schemas.openxmlformats.org/drawingml/2006/main">
            <a:r>
              <a:t>- CellBridge pricing is an explicit hypothesis: $49 hardware kit + $3 × 10 devices × 12 months = $409 in year one. The $10 figure is the founder-reported prototype modem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Important: this chart compares budget anchors, not equivalent products. It excludes the mobile plan, host hardware, taxes, installation and support. RingCentral includes many features CellBridge does not plan to match initially.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and pricing hypotheses: These segments and prices are proposed for testing, not validated demand or launched pricing. The recommended beachhead excludes emergency services and other safety-critical use until the product meets applicable reliability and regulatory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Generated user visual created for this deck with OpenAI Image Generation; it is illustrative, not a customer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Competition evidence:</a:t>
            </a:r>
          </a:p>
          <a:p xmlns:a="http://schemas.openxmlformats.org/drawingml/2006/main">
            <a:r>
              <a:t>- Apple call relay requires an iPhone, matching Apple Account and usually the same Wi-Fi network: https://support.apple.com/en-qa/guide/ipad/ipadf97892b2/ipados</a:t>
            </a:r>
          </a:p>
          <a:p xmlns:a="http://schemas.openxmlformats.org/drawingml/2006/main">
            <a:r>
              <a:t>- Samsung Call &amp; text on other devices requires a Galaxy phone with active service and compatible devices: https://www.samsung.com/us/support/answer/ANS10001614/</a:t>
            </a:r>
          </a:p>
          <a:p xmlns:a="http://schemas.openxmlformats.org/drawingml/2006/main">
            <a:r>
              <a:t>- Microsoft Phone Link relays calls through a nearby phone over Bluetooth: https://support.microsoft.com/en-us/windows/apps/make-and-receive-phone-calls-from-your-pc</a:t>
            </a:r>
          </a:p>
          <a:p xmlns:a="http://schemas.openxmlformats.org/drawingml/2006/main">
            <a:r>
              <a:t>- RingCentral pricing and feature benchmark: https://www.ringcentral.com/shared/content/plans-and-pricing.html</a:t>
            </a:r>
          </a:p>
          <a:p xmlns:a="http://schemas.openxmlformats.org/drawingml/2006/main">
            <a:r>
              <a:t>- Yeastar TG gateways bridge 3G/4G and VoIP, with 2–16 ports and SIP/PBX features: https://www.yeastar.com/voip-gsm-gateway</a:t>
            </a:r>
          </a:p>
          <a:p xmlns:a="http://schemas.openxmlformats.org/drawingml/2006/main">
            <a:r>
              <a:t>- Asterisk chan_dongle supports voice, SMS and USSD on selected Huawei modems and labels itself alpha-stage: https://github.com/wdoekes/asterisk-chan-dongle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Conclusion: the core concept is not unprecedented. Defensibility must come from cross-device UX, compatibility, carrier partnerships, security and support rather than the modem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Regulatory gate: Mobi.uz's public offer explicitly prohibits a consumer subscriber from placing the SIM in a GSM/SMS gateway or connecting it to multiple telephone sets/PBX equipment. Beeline's published B2B terms also restrict gateway use. A commercial pilot therefore needs written operator permission, a suitable business agreement, IMEI/device compliance and legal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https://company.mobi.uz/en/history/public-offer/</a:t>
            </a:r>
          </a:p>
          <a:p xmlns:a="http://schemas.openxmlformats.org/drawingml/2006/main">
            <a:r>
              <a:t>https://gov.uz/en/digital/pages/licensing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deck does not provide legal advice. Operator terms and Uzbekistan telecom rules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a3a4b82e1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691e478af4ffd" /><Relationship Type="http://schemas.openxmlformats.org/officeDocument/2006/relationships/slideLayout" Target="/ppt/slideLayouts/slideLayout1.xml" Id="R2857fc3fade746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7fc3fade746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21648a37a47a8" /><Relationship Type="http://schemas.openxmlformats.org/officeDocument/2006/relationships/image" Target="/ppt/media/image.png" Id="Raf573dea8cee40e8" /><Relationship Type="http://schemas.openxmlformats.org/officeDocument/2006/relationships/notesSlide" Target="/ppt/notesSlides/notesSlide1.xml" Id="R8107ca34ccd6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87dfc6b942b5" /><Relationship Type="http://schemas.openxmlformats.org/officeDocument/2006/relationships/notesSlide" Target="/ppt/notesSlides/notesSlide2.xml" Id="Rd1f29f6f929f46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a20dd1b44413" /><Relationship Type="http://schemas.openxmlformats.org/officeDocument/2006/relationships/notesSlide" Target="/ppt/notesSlides/notesSlide3.xml" Id="Ra1dc0f640c1a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12c448ba8453d" /><Relationship Type="http://schemas.openxmlformats.org/officeDocument/2006/relationships/notesSlide" Target="/ppt/notesSlides/notesSlide4.xml" Id="R9859d3db5401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40f35608a4ce1" /><Relationship Type="http://schemas.openxmlformats.org/officeDocument/2006/relationships/chart" Target="/ppt/slides/charts/chart1.xml" Id="Rb3e88c36fc734368" /><Relationship Type="http://schemas.openxmlformats.org/officeDocument/2006/relationships/notesSlide" Target="/ppt/notesSlides/notesSlide5.xml" Id="Rf860d6653f0c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fde724c9f40ca" /><Relationship Type="http://schemas.openxmlformats.org/officeDocument/2006/relationships/image" Target="/ppt/media/image2.png" Id="R70851241645a4231" /><Relationship Type="http://schemas.openxmlformats.org/officeDocument/2006/relationships/notesSlide" Target="/ppt/notesSlides/notesSlide6.xml" Id="Rbf9928104e2d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f84178d5948ad" /><Relationship Type="http://schemas.openxmlformats.org/officeDocument/2006/relationships/notesSlide" Target="/ppt/notesSlides/notesSlide7.xml" Id="Ra7cca3b5e7e547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d222cd904166" /><Relationship Type="http://schemas.openxmlformats.org/officeDocument/2006/relationships/notesSlide" Target="/ppt/notesSlides/notesSlide8.xml" Id="R0e1b52f27c4645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CellBridge target*</c:v>
              </c:pt>
              <c:pt idx="1">
                <c:v>Apple cellular premium ×10</c:v>
              </c:pt>
              <c:pt idx="2">
                <c:v>RingCentral license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73dea8cee40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D282-F2E6-41B6-B7BA-92D44F3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2FD7D-F11E-45FC-A91A-3016602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54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48493-F47D-4B66-95EA-B4A864D0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191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3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Low-cost cellular calling for any Wi-Fi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829E1-3026-4DEE-9382-E91CD090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0C421-975E-4CA3-A284-79FFA86E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Prototype built with a $10 USB modem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336A0-7684-4E2F-8C8F-898015BA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650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One SIM, multiple approved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046A7-4CC8-439D-9787-75F4AD29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TUIT startup pitch  /  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89E85-CBD3-4DF2-9BDA-ABCA3054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866408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C278-2AAE-4984-98CC-206FA13F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2E59B-9C65-4B9E-820B-CD381143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B0A53-E13E-4AB3-B883-E8B86645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6E4C7-14B3-4377-B97F-52A8514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Cellular access still carries two price tags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BC8A1-DB2F-4938-8E7C-5464763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Hardware premiums and per-user software fees leave a gap for small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2A7F3-3541-46F1-8750-A9D7B87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9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C421C-0D72-4559-B225-7EEAC6BA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APPLE CONNECTIVITY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C5224-6AB7-4590-B808-98F84E6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3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63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62FC1-9405-42D5-A5F0-07B5037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Current U.S. iPad pricing adds $150 for Wi-Fi + Cellular at the same storage tier.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31BD4-471E-41B8-BCAA-252B19B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E05E55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E05E55"/>
                </a:solidFill>
                <a:latin typeface="Noto Sans"/>
                <a:ea typeface="Noto Sans"/>
                <a:cs typeface="Noto Sans"/>
              </a:rPr>
              <a:t>Cellular iPads still provide data, not native mobile phone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31A1A-E17E-4902-9922-929D1DCE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CLOUD PHONE ENTRY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85CB7-C3FB-45F1-A2A7-EA198E19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3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63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$19.99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382DE-5473-4958-B4BC-9D2C4445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RingCentral Essentials starts at $19.99 per user each month with annual billing.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335E2-4265-48AB-ABE2-D575102B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Ten users create a $2,399 annual license benchmark.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E7EA1-8F9A-4B72-8CEB-E5AD470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DAFB0-FA40-4334-85E3-FBD1D488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Small organizations need a narrower product: one shared cellular line on the tablets, laptops and phones they already own.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F6E70-BAC3-4FA6-8E01-14351E7E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91F68-EEE3-4047-8C4B-B21D689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1735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0A60C4-F344-4C76-8AF8-DAA33C48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149A8-0552-48AF-AA91-21CB658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9767-C50B-45ED-B846-AFC6439F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One cellular line on every approved device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B21FB-1E06-48C6-AB7C-D560E31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A local gateway separates the cellular radio from the screens that answer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F25D9-FD44-4FEC-BC8E-0F91E40D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5A39D-F3A1-4CD8-9AA6-F92A79C0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9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9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ED48-D3B0-4C6F-AF01-3E7C0C8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F988E-8BAC-44B4-B6E9-F504CDDB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$10 voice-capable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USB modem + SIM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2DB92-D917-4EF8-9853-8FD22F1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D8432-18A4-47CA-B0BA-786DD1C2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CellBridge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host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B4850-7678-4BB8-9988-AE1F349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9A9B8-9C68-4391-BBAA-EC98BEB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B554A-1FEF-4396-93A5-EC3B2CB7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65210-6EF2-4EDF-9C76-188EAABB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Wi-Fi tablet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2A63B-B56F-47CD-92CE-D4BFA887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Laptop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B7C5C-A8B1-4B30-AA45-26241E9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Staff phones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6939C-C397-4401-92D3-E7D64DC9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810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Incoming calls ring the approved devices. The first person to answer takes the call.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E38F5-E686-4D6C-B16F-84EAA6C4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Outbound calls use the same cellular number. One modem supports one active call at a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34FBF-B4E9-4CD5-A5AC-D1518CB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Parallel calls require additional radios and SIMs.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64CB5-E452-4BB7-910B-BE79399C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189E9-FDAD-4336-8B4A-A2336B09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7046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96200" y="39338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9DE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71900" y="39338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9DE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FB541B-41B6-472A-8475-8BE221A3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71084-79BC-489B-82E2-BAE805C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CD50A-47F7-4E90-8B62-B56676F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Product maturity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73C7F-3F8A-4644-91B9-25F0C17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technical proof becomes a business phone through disciplined calling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75326-3CC3-4A52-888F-4D9473E5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B4428-ACB5-4860-9DC0-176C867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PROTOTYPE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E0A21-3E5D-46FA-925F-1405F2E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77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A77DB-C6DB-4416-AB60-9B5C77F2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3143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A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EC1DC-39ED-4637-893A-49E0B305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724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Voice-capable modem recognized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 reaches the mobile network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Tablet can use the cellular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DDBCA-1498-48D4-B9DA-F9FF097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55779-E144-44BA-B597-FDC55578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383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CALLING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F58E1-84D7-442C-80B0-664DB8D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9A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9838C-2CED-4954-ABEF-218B674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32004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03248-3A90-4C51-BD1E-5B490C2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7813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Dial pad and incoming-call screen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Contacts, recents and call status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Multi-device ring and first answer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Audio routing, reconnect and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B44F4-DE71-4928-A702-9AE2167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31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A6DA0-A947-4399-A3EB-CEF14EC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COMMERCIAL HARDENING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BA398-0ED2-4C15-A7CC-709CA4BE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6B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CCD86-E72F-483D-9330-54A27E90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3143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8D81E-A387-44F8-8D3C-F602F62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724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Approved modem list with 4G/VoLTE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User and device permissions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Encryption, logs and diagnostics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Installer workflow and remote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11B62-9428-487E-B33E-7987D95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9BD1B-DAC8-4645-BF3C-EA1D1B2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72125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Phone and calling capabilities will be polished before customer pilots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F3850-0298-4699-9689-CE97B50E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81D20-70D0-4AEA-89D3-713D4206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176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27756-0244-4E0E-ADC1-0670BE7F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7AE1-B767-4981-B820-C8547DF4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A4E1D-3DB0-418D-96D3-E6EDC04F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A $10 radio opens a large cost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C32EE-C3A4-4021-9A4C-F78A5777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Illustrative first-year cost anchors for a ten-device site, in U.S. dollars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65AAB-C51A-425B-B6B7-97641949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91441-F6F0-4BE9-A982-CF1AF62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prototype modem hardware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C2EDC-5123-4EA3-933C-30FC34E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672FE-FD7D-4576-94D3-8AD2CCD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Illustrative CellBridge pricing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292F8-FE7A-4B07-9F25-2F3EDB9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$49 starter kit + $3 per device each month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in year one for ten devices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69586-4D28-4DE0-9CAD-D3CD1FF1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startup can price far below full UCaaS while funding support, compatibility testing and product development.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e88c36fc734368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F675E-EC61-4316-BF75-D076A55C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*Pricing hypothesis, not a launched offer. Carrier plan, local host and support are excluded. The three products do not offer the same feature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17CFB-886C-48AA-8A24-BFBC8208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D57C3-AD10-4A77-B467-2EA3371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9382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1241645a4231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B5F38-53F6-4AF4-9061-A6FD495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D8A8A-EFB1-481F-B12C-C20A2651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55D91-2522-482F-9185-594F66D4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CD959-2830-4324-A281-ADC8A8F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One public number for the whole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C552B-DC50-45E9-B57E-30403E18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Start with non-emergency, single-site teams using approved business SIM plans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8CB6-6B20-4929-A016-5F67180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BEACHHEAD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9C28F-A28C-4D83-8877-0349378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C7DA6-AD5A-45D5-908A-648841A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Retail and service desks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Answer a shop number from the counter tablet, manager phone or laptop.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36C90-3746-4831-BE8E-236F6978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6466A-A35D-446A-9DBE-670A2A0F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Campus offices and labs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Route a departmental line to existing Wi-Fi devices.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5FF9-E422-41DB-A6D2-B29734B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26841-D1EA-495A-8C41-4837A7D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Field and temporary sites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Add a shared line where a fixed PBX is impractical.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6736F-FD4A-43FE-A7FF-3C6F7B8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CF9DB-07E5-47EE-A2C9-D860FED8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BUSINESS MODEL 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D27CE-7558-4AE1-BEB2-B366A6E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$39–59 starter kit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$2–4 per active device each month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Carrier or installer revenue share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C3966-FB41-4AA6-A3A2-C16B711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EBB03-3465-4F3A-AAE2-57395730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1846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A9B65-F0A0-4B5F-88A1-C4D207FD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17644-C457-4EC7-B199-BA3FA24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FBAF1-EE4B-41A5-8428-D272877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Competition and white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7EA0A-B85A-4B36-8E77-5794546A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Prior art validates the demand; simple low-cost deployment remains the opportunity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3476625"/>
                <a:gridCol w="4810125"/>
              </a:tblGrid>
              <a:tr h="47625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it proves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Gap for the target customer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73914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Apple, Samsung, Microsoft relays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People want calls on tablets and PCs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 primary phone, account ecosystem and proximity are usually required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73914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RingCentral and UCaaS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Businesses pay for polished multi-device calling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Recurring per-user price and a much broader product than a shared 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73914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Yeastar GSM/4G gateways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Cellular-to-IP calling is proven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PBX knowledge, enterprise hardware and installation complexity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73914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Asterisk chan_dongle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Low-cost USB modems can carry voice and SMS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Alpha-stage software, narrow modem support and difficult maintenance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739140"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CellBridge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Low-cost radio with a focused multi-device experience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95250" tIns="66675" rIns="95250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75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Early prototype; reliability, security and operator approval remain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F96F3-E94B-4719-A55A-38CA21C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2D404-5E83-4940-99EE-B43CCB0A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9151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9BD8E-A217-468F-AF4C-9C4455A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2D2D-3791-40C1-8F93-06CD976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CELLBRIDGE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7B3CF-744C-4FC8-B800-981F23C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90 days to an operator-approved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C4FC7-03B0-4CB3-8F84-3C3FCABB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Reliability and compliance come before commercial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F0BE2-7B66-424E-A7E6-66E771D8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DAYS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51D1B-835D-4C21-B925-D8E89539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Polished calling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0F2A7-DBFD-4B22-A1E6-78EBD0D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06B04-336B-4508-896C-795DD9D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Stable inbound and outbound voice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Dialer, contacts and call history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Ring all devices, first answer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Audio and reconnect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31997-F8AD-4F22-BBDC-61168F70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DAYS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DED30-5945-4AAB-B634-9194D228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Commercial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hardening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F4112-805B-4D22-B39C-5B524A6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2676-CBC8-44F9-A123-90B8308B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4G/VoLTE compatibility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Authentication and encryption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Permissions, logs, diagnostics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Installer-ready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195CA-0BBD-4827-BC58-9D2E061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DAYS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1203E-E740-48A7-B0D9-BBFA2DC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Three-site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3AE0E-386A-4323-BD43-7443664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C9A86-5C0B-4FBC-B1B5-1A8DA952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0400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Written operator approval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Three non-emergency SME sites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Measure setup and call quality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Record support effort</a:t>
            </a:r>
          </a:p>
          <a:p xmlns:a="http://schemas.openxmlformats.org/drawingml/2006/main">
            <a:pPr algn="l">
              <a:lnSpc>
                <a:spcPct val="111000"/>
              </a:lnSpc>
              <a:buNone/>
              <a:def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Measure willingness to pay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36BAA-7FA7-497D-A261-658AA02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01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F5B7C-9C79-4A42-B3F2-B30B4B5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Commercial gate: do not launch with consumer SIMs. Obtain written operator approval and legal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5DB33-EFFF-4187-AD9F-6BD6DA6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TUIT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B322E-FCD6-43C7-AB17-8C91DEA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8167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 telecom mentor and operator introduction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Three pilot businesses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 small grant for a modem compatibility 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508E5-9936-4F17-81D9-B3B9CAF6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23 Sep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76F68-F801-439C-891A-C34F8652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867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2026-09-23T18:41:43.4610000Z</dcterms:created>
  <dcterms:modified xsi:type="dcterms:W3CDTF">2026-09-23T18:41:43.4610000Z</dcterms:modified>
</coreProperties>
</file>