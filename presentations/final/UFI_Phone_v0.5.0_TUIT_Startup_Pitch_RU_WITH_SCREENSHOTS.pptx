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720f02b9447af" /><Relationship Type="http://schemas.openxmlformats.org/officeDocument/2006/relationships/extended-properties" Target="/docProps/app.xml" Id="Re4d82f72ec214cf2" /><Relationship Type="http://schemas.openxmlformats.org/officeDocument/2006/relationships/officeDocument" Target="/ppt/presentation.xml" Id="R46b156c286a5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3fd8b5bf24b44"/>
  </p:sldMasterIdLst>
  <p:notesMasterIdLst>
    <p:notesMasterId xmlns:r="http://schemas.openxmlformats.org/officeDocument/2006/relationships" r:id="R0ca91a83bbe2431e"/>
  </p:notesMasterIdLst>
  <p:sldIdLst>
    <p:sldId xmlns:r="http://schemas.openxmlformats.org/officeDocument/2006/relationships" id="256" r:id="R47d48eb73a2845b6"/>
    <p:sldId xmlns:r="http://schemas.openxmlformats.org/officeDocument/2006/relationships" id="257" r:id="R49ec6c4eb6424763"/>
    <p:sldId xmlns:r="http://schemas.openxmlformats.org/officeDocument/2006/relationships" id="258" r:id="R50d5245b4ec64e23"/>
    <p:sldId xmlns:r="http://schemas.openxmlformats.org/officeDocument/2006/relationships" id="259" r:id="Rd14901891f1a4ab9"/>
    <p:sldId xmlns:r="http://schemas.openxmlformats.org/officeDocument/2006/relationships" id="260" r:id="R634015e77edf4280"/>
    <p:sldId xmlns:r="http://schemas.openxmlformats.org/officeDocument/2006/relationships" id="261" r:id="Rb68312dfd1a54002"/>
    <p:sldId xmlns:r="http://schemas.openxmlformats.org/officeDocument/2006/relationships" id="262" r:id="Rdfa3dbcffd7f4809"/>
    <p:sldId xmlns:r="http://schemas.openxmlformats.org/officeDocument/2006/relationships" id="263" r:id="Ra78d41bce0354c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f9508ce744fdd" /><Relationship Type="http://schemas.openxmlformats.org/officeDocument/2006/relationships/slideMaster" Target="/ppt/slideMasters/slideMaster1.xml" Id="Rcdf3fd8b5bf24b44" /><Relationship Type="http://schemas.openxmlformats.org/officeDocument/2006/relationships/notesMaster" Target="/ppt/notesMasters/notesMaster1.xml" Id="R0ca91a83bbe2431e" /><Relationship Type="http://schemas.openxmlformats.org/officeDocument/2006/relationships/presProps" Target="/ppt/presProps.xml" Id="Re477530f4b22463b" /><Relationship Type="http://schemas.openxmlformats.org/officeDocument/2006/relationships/tableStyles" Target="/ppt/tableStyles.xml" Id="Rb14a7c6c1d654019" /><Relationship Type="http://schemas.openxmlformats.org/officeDocument/2006/relationships/slide" Target="/ppt/slides/slide1.xml" Id="R47d48eb73a2845b6" /><Relationship Type="http://schemas.openxmlformats.org/officeDocument/2006/relationships/slide" Target="/ppt/slides/slide2.xml" Id="R49ec6c4eb6424763" /><Relationship Type="http://schemas.openxmlformats.org/officeDocument/2006/relationships/slide" Target="/ppt/slides/slide3.xml" Id="R50d5245b4ec64e23" /><Relationship Type="http://schemas.openxmlformats.org/officeDocument/2006/relationships/slide" Target="/ppt/slides/slide4.xml" Id="Rd14901891f1a4ab9" /><Relationship Type="http://schemas.openxmlformats.org/officeDocument/2006/relationships/slide" Target="/ppt/slides/slide5.xml" Id="R634015e77edf4280" /><Relationship Type="http://schemas.openxmlformats.org/officeDocument/2006/relationships/slide" Target="/ppt/slides/slide6.xml" Id="Rb68312dfd1a54002" /><Relationship Type="http://schemas.openxmlformats.org/officeDocument/2006/relationships/slide" Target="/ppt/slides/slide7.xml" Id="Rdfa3dbcffd7f4809" /><Relationship Type="http://schemas.openxmlformats.org/officeDocument/2006/relationships/slide" Target="/ppt/slides/slide8.xml" Id="Ra78d41bce0354c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e129be7ab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63ae79c29413f" /><Relationship Type="http://schemas.openxmlformats.org/officeDocument/2006/relationships/notesMaster" Target="/ppt/notesMasters/notesMaster1.xml" Id="R2927d020d72543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095fdec1d41be" /><Relationship Type="http://schemas.openxmlformats.org/officeDocument/2006/relationships/notesMaster" Target="/ppt/notesMasters/notesMaster1.xml" Id="R3bda61f30c4747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532501b184ff7" /><Relationship Type="http://schemas.openxmlformats.org/officeDocument/2006/relationships/notesMaster" Target="/ppt/notesMasters/notesMaster1.xml" Id="R0c59f860bea043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2ca3b330d343a2" /><Relationship Type="http://schemas.openxmlformats.org/officeDocument/2006/relationships/notesMaster" Target="/ppt/notesMasters/notesMaster1.xml" Id="R3fc7b6d93545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6a0c0e961a4904" /><Relationship Type="http://schemas.openxmlformats.org/officeDocument/2006/relationships/notesMaster" Target="/ppt/notesMasters/notesMaster1.xml" Id="R0beaa21a59274a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c88959f724e87" /><Relationship Type="http://schemas.openxmlformats.org/officeDocument/2006/relationships/notesMaster" Target="/ppt/notesMasters/notesMaster1.xml" Id="Rd4ad981c671a46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416a916334502" /><Relationship Type="http://schemas.openxmlformats.org/officeDocument/2006/relationships/notesMaster" Target="/ppt/notesMasters/notesMaster1.xml" Id="R583101f84843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bec3c98b7c4796" /><Relationship Type="http://schemas.openxmlformats.org/officeDocument/2006/relationships/notesMaster" Target="/ppt/notesMasters/notesMaster1.xml" Id="R798edc0c269d46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Доказательства продукта: UFI Phone v0.5.0 at repository commit 3cd8b565191dec47d1df9f079d8dd2b0ecd5529b.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Снимки продукта и данные репозитория: the two images are direct captures of the shipped Linux desktop client in desktop/ufi_phone_desktop.py. The capture harness disables network polling and injects clearly synthetic call and message records; no gateway token, private configuration, real phone number or customer message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interface supports direct local SMS receive/read/send, incoming and outgoing ordinary carrier calls, two-way audio and up to 100 local call-history entries.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https://github.com/Ruskuv1708/ufi-sms-telegram-forwarder/blob/3cd8b565191dec47d1df9f079d8dd2b0ecd5529b/docs/product-vision.md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граница: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https://github.com/Ruskuv1708/ufi-sms-telegram-forwarder/blob/3cd8b565191dec47d1df9f079d8dd2b0ecd5529b/hardware-profiles.json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Подтверждение сборок: GitHub Actions run #3 for build commit 116de4779f0a3eed155390c43de84b1bb24f3df5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repository state is 3cd8b565191dec47d1df9f079d8dd2b0ecd5529b. It consolidates the product, presentation source and release-artifact documentation in one workspace.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Play.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https://github.com/Ruskuv1708/ufi-sms-telegram-forwarder/blob/3cd8b565191dec47d1df9f079d8dd2b0ecd5529b/docs/adding-hardware-profiles.md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допущения:</a:t>
            </a:r>
          </a:p>
          <a:p xmlns:a="http://schemas.openxmlformats.org/drawingml/2006/main">
            <a:r>
              <a:t>- Apple showed a $150 difference between Wi-Fi and Wi-Fi + Cellular at the same base iPad storage tier on 24 September 2026. Ten devices add $1,500. https://www.apple.com/shop/buy-ipad/ipad</a:t>
            </a:r>
          </a:p>
          <a:p xmlns:a="http://schemas.openxmlformats.org/drawingml/2006/main">
            <a:r>
              <a:t>- RingCentral Essentials started at $19.99 per user each month with annual billing on 24 September 2026. Ten users for 12 months cost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set.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рынка: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операторам: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публикации и платформам: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https://github.com/Ruskuv1708/ufi-sms-telegram-forwarder/blob/3cd8b565191dec47d1df9f079d8dd2b0ecd5529b/docs/apple-platform-roadmap.md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2832c501a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47e953b8f4c8f" /><Relationship Type="http://schemas.openxmlformats.org/officeDocument/2006/relationships/slideLayout" Target="/ppt/slideLayouts/slideLayout1.xml" Id="Radd1ea56aae4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1ea56aae4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7ebea792e439a" /><Relationship Type="http://schemas.openxmlformats.org/officeDocument/2006/relationships/image" Target="/ppt/media/image.png" Id="Rced28442bbf14107" /><Relationship Type="http://schemas.openxmlformats.org/officeDocument/2006/relationships/image" Target="/ppt/media/image2.png" Id="R4988ebe5899e44a5" /><Relationship Type="http://schemas.openxmlformats.org/officeDocument/2006/relationships/notesSlide" Target="/ppt/notesSlides/notesSlide1.xml" Id="R4a49548c398a43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305e0482449f" /><Relationship Type="http://schemas.openxmlformats.org/officeDocument/2006/relationships/image" Target="/ppt/media/image3.png" Id="R432b6d8b672e444e" /><Relationship Type="http://schemas.openxmlformats.org/officeDocument/2006/relationships/image" Target="/ppt/media/image4.png" Id="R636803629ac04caf" /><Relationship Type="http://schemas.openxmlformats.org/officeDocument/2006/relationships/notesSlide" Target="/ppt/notesSlides/notesSlide2.xml" Id="R3d79814377b4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840150da46bf" /><Relationship Type="http://schemas.openxmlformats.org/officeDocument/2006/relationships/notesSlide" Target="/ppt/notesSlides/notesSlide3.xml" Id="R7bc7eb70880248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5ecb156034875" /><Relationship Type="http://schemas.openxmlformats.org/officeDocument/2006/relationships/notesSlide" Target="/ppt/notesSlides/notesSlide4.xml" Id="R2988e2a7cbf74f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432b9868446ee" /><Relationship Type="http://schemas.openxmlformats.org/officeDocument/2006/relationships/chart" Target="/ppt/slides/charts/chart1.xml" Id="Rf18c6b07a9ed4ad4" /><Relationship Type="http://schemas.openxmlformats.org/officeDocument/2006/relationships/notesSlide" Target="/ppt/notesSlides/notesSlide5.xml" Id="R7335024f778d40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60647580e4101" /><Relationship Type="http://schemas.openxmlformats.org/officeDocument/2006/relationships/image" Target="/ppt/media/image5.png" Id="R9a4ceec82b9f4cc3" /><Relationship Type="http://schemas.openxmlformats.org/officeDocument/2006/relationships/notesSlide" Target="/ppt/notesSlides/notesSlide6.xml" Id="Ra97c700a72414f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8796d12ce4961" /><Relationship Type="http://schemas.openxmlformats.org/officeDocument/2006/relationships/notesSlide" Target="/ppt/notesSlides/notesSlide7.xml" Id="R8d070015a5e0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358ed28014d12" /><Relationship Type="http://schemas.openxmlformats.org/officeDocument/2006/relationships/notesSlide" Target="/ppt/notesSlides/notesSlide8.xml" Id="R4c35781c5de548f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Цель UFI Phone*</c:v>
              </c:pt>
              <c:pt idx="1">
                <c:v>Наценка Apple ×10</c:v>
              </c:pt>
              <c:pt idx="2">
                <c:v>Лицензии RingCentral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28442bbf141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488BF-762B-48DF-8FD9-825564E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8ebe5899e44a5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45930-A91F-47AD-897C-7ACAF3AD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DCDC8-C591-4636-A218-B9C0DA2F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296FB-CA54-4546-BFF1-B075FD07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Обычные мобильные звонки и SMS на уже имеющихся экранах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0146B-552C-4A37-9876-37BC597D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BBBAD-A05B-46F3-94B3-F5600AF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Проверенный профиль UFI003 в сети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DB90F-73D0-4651-BBE4-0D37A39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Релизные сборки для Android, Linux и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F4B9B-46AE-498F-AD30-B2D9450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Стартап-питч для TUIT  /  24 сентября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A5955-C6AC-40FE-9776-868427C4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RU</a:t>
            </a:r>
          </a:p>
        </p:txBody>
      </p:sp>
    </p:spTree>
    <p:extLst>
      <p:ext uri="{BB962C8B-B14F-4D97-AF65-F5344CB8AC3E}">
        <p14:creationId xmlns:p14="http://schemas.microsoft.com/office/powerpoint/2010/main" val="1873172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59DE6-E2C4-40BF-A405-5C9C9C1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68BEA-56BE-42D4-934C-889F8BB2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3AF9-28DA-4094-BB84-CEA4FFBC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UFI Phone в работе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C789C-68BD-4306-842D-5F065FE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Реальные снимки настольного клиента: звонки и SMS остаются в локальной сети модема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1532-F65D-47F7-94CA-BA403CA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530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CB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7C60-1C3D-4637-BDF1-E04AC50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3530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CB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b6d8b672e444e"/>
          <a:stretch xmlns:a="http://schemas.openxmlformats.org/drawingml/2006/main"/>
        </p:blipFill>
        <p:spPr>
          <a:xfrm xmlns:a="http://schemas.openxmlformats.org/drawingml/2006/main">
            <a:off x="633413" y="1866900"/>
            <a:ext cx="5229225" cy="34861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03629ac04caf"/>
          <a:stretch xmlns:a="http://schemas.openxmlformats.org/drawingml/2006/main"/>
        </p:blipFill>
        <p:spPr>
          <a:xfrm xmlns:a="http://schemas.openxmlformats.org/drawingml/2006/main">
            <a:off x="6329363" y="1866900"/>
            <a:ext cx="5229225" cy="3486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E0E81-9FF0-4218-A856-8049FB8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ЗВОНКИ И ИСТОРИЯ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0BCAE-D4B8-4846-AFEA-DE2E6BE9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1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11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Ответ, завершение, двусторонний звук и до 100 последних вызовов.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F87A1-931C-44B6-9012-2438B7D5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SMS НАПРЯМУЮ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FB60-8F98-4710-B07E-7879FECC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9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1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11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Чтение и отправка сообщений через защищённую частную сеть.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831F7-EF2B-46AD-A5D8-0DEFE108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51E98-B4EB-439E-8E2D-7B18030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788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Снимки получены из клиента для Linux с синтетическими демонстрационными данными; данные клиентов не показаны.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B9378-40A6-42FE-90F2-7BE417B4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21B55-CA89-4F89-8B6C-10813FC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437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DEA6E6-64AC-4CAD-BFB0-1D9151E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6F9CE-46E2-41E3-9217-88BCF80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A7C1D-A9DF-4810-8B1E-302954D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Архитектура продукта и технические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B969-3B4B-465B-91B2-4BE46D74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Проверенный UFI003 управляет SIM, радиорежимом, вызовами и хранилищем 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18BDB-AC98-4609-B9DB-FE7B594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CB810-02E0-4A6C-A374-7347E42C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Мобильная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сеть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9D3BA-5AF5-484A-A1D8-6EB179FE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83B4-1496-4CDC-9391-2F58F75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Проверенный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SIM, радио и шлюз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4158-EE18-4083-99E9-6395BA1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1F3F8-DA99-45BB-A794-13B322E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Защищённая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локальная сеть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E65D1-FD60-4B7E-95E4-27AA8C3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7C363-F778-4360-AA6B-4B988C3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821F1-5557-4C4A-AB6F-31B9313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6B1A9-867E-4A45-B32A-83413092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79F73-80E9-4701-9280-5B509CD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889D6-83E7-434A-B08A-27F09151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5D130-8613-4DBF-99D2-725CC00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Голосовой путь: LTE передаёт вызов в WCDMA/HSPA для обычного вызова через 2G/3G.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DF726-06E6-4492-BBB4-5E8BA43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Наличие VoLTE у оператора не создаёт рабочий IMS-стек в этом модеме.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B765A-408E-4083-8719-9C816108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Границы: только неэкстренные вызовы, один активный разговор и один аудиоклиент.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A7D84-1C9C-4B04-9833-0ABEC921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Защищённый установщик принимает только точный профиль UFI003. Похожее оборудование отклоняется.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1A87C-1D03-4C0D-83EA-05C3D3F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40C9D-A03D-4658-BFBB-29A0434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63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6810B-82EF-4E48-83E4-664562D9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D62B5-39C6-4EBE-BDE0-5B99CE4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73818-6B0A-4D5D-AC0B-0E1DD2E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Релизные сборки и готовность платформ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F8E5-3394-4BF5-9E37-04555F1B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Артефакты подтверждены на 116de47, а продукт и презентация актуальны на 3cd8b56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Платформа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поставляется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Подтверждение сборки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Оставшееся условие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v0.5.0: адаптивные Calls, Keypad и Messages. Исправлена клавиатура в альбомном режиме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AAB для API 36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Аккаунт издателя, ключ загрузки, формы Play и закрытый тест при необходимости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Настольные звонки, SMS, история, двусторонний звук и ярлык в меню приложений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Проверка поддержки на целевых дистрибутивах 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Переносимое приложение со звонками, SMS, историей и PortAudio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Подпись установщика и проверка поддержки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Шлюз UFI003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защищённый установщик, звонки, SMS, звук и восстановление сети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 точный профиль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Похожие устройства пока отклоняются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CBD96-1DCD-4C5F-9CEE-768B27E6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A9EB5-E2E4-4239-AE63-7E27772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1804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AEC31-5510-4406-A7B3-2755B25F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86D51-9774-4B0D-AFE4-B44169F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232A3-0FFE-4B13-B494-62DD23E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Расходы первого года для десяти устройств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9AF1A-928B-433D-BB48-B4BF22F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использует один проверенный шлюз и уже купленные экраны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BF2B5-3A3A-4730-94E9-3D420AD5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BA2A1-164E-4E26-90BF-C820075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цена купленного модема, а не серийная себестоимость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F72D0-93B0-4F36-AC42-56E9E98A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6AE34-DF67-40CF-88C4-F5CBA75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Гипотеза цены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05258-DCEF-465B-8ADB-BB572AA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Стартовый комплект $49 + $3 в месяц за активное устройство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в первый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0407A-A089-4D59-80BA-238A0923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До запуска нужно измерить время установки, нагрузку поддержки и стоимость сопровождения профилей.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8c6b07a9ed4ad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E21DA-F2A7-483A-BE47-289235A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*Гипотеза, а не действующее предложение. Не включены тариф, налоги и уже имеющиеся экраны. Наборы функций различаются.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5E29E-1319-4C0A-A41C-62F7C28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2B89F-64D7-4837-B3B1-8B800C5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3702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ceec82b9f4cc3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D4E5-2BC0-4C3E-B03E-9AF64BF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71C04-E739-4ED4-8158-B945C4D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B61C7-FAA6-407F-9ABC-6B80F6B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20F64-FB6F-41EE-9F04-3C4D270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Первый рынок в Узбекистане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E19FE-BF1E-4324-B71D-49A4DE98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Выход на рынок начинается с одного проверенного оператора и точного профиля устройства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C933B-CA18-4D4F-BE9A-59DBE82C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36,35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9AEC5-D55E-4D71-B9E1-0D3AC47E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мобильных подключений в Узбекистане на 1 апреля 2025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04BE-DF7F-4329-9D32-8D509ECF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812AC-A951-420E-9BE0-06E1D761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ПЕРВЫЕ КЛИЕНТЫ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CE16E-B2B7-4691-A1E2-F640057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B38BB-8F47-4FF0-B748-296A353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Магазины и сервисные точки с одним публичным номером на Wi-Fi-экранах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FE56C-F162-4FD3-8511-945D94B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A0F47-F658-4AFB-B382-8012AE2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Офисы и лаборатории в кампусе, где SIM нужна на планшетах и ПК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E775A-43C9-4826-A9F4-E1658C2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EAAAC-6AEB-4C6A-AAE1-C4CCF08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Выездные площадки, где стационарная АТС или полный UCaaS избыточны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B99DC-322A-4C77-B866-BCEE68A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79190-46FD-4EB9-80B6-DA7A0739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ВЫХОД НА РЫНОК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80702-E5CF-446D-968F-88F9C564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Начать с платных пилотов Ucell на проверенном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Добавлять операторов только после проверки SIM и тарифа.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Гипотеза канала: продавцы модемов и локальные ИТ-интеграторы.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80B98-1503-4904-9CDD-6B29294C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BE260-D809-4FF5-97E8-9255E4F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9470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1D99-8C06-4586-BE44-52EBE94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3EAA-0D18-4426-8FC2-8ACDF5A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823EC-4BF4-4788-8408-D83BAF5A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Совместимость с операторами Узбекистана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F93E6-83C3-44B7-87B2-6A1CCF6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в сети оператора не означает поддержку IMS внутри этого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Оператор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о сети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по UFI003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Коммерческое заявление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Официальная услуга VoLTE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Проверены LTE, SMS, звонки и двусторонний звук. Голос уходит в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Опорный оператор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возврат в 2G/3G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 и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переход в 2G/3G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SIM, APN и возврат в LTE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для совместимых USIM и устройств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IMS модема не работает. Обычный голосовой путь не проверен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нужный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Сервис работает в сети 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Настройки MVNO ещё не проверены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Тестировать отдельно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и устройства 5G SA/VoNR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Несовместимо с этим точным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 поддерживается этим модемом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9CBEB-8654-4C1E-BF56-22CD8584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E7B74-5BED-404E-9213-2CC695C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7301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B4C81-A1F0-47A7-9522-40E623C1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BDA9B-B4D0-4217-892B-DFF3E04B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A6F03-924E-4037-8CD8-77BCEE92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План коммерциализации на 90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BE4F3-0FA0-4F6D-81DC-CF7C5297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Релизные сборки готовы. Пилот теперь зависит от операторских тестов и условий публикации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5F81C-22F5-42C5-AF90-366285E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ДНИ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92F3-ECD6-494A-BAC5-A095735E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Релиз и измерения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C63F7-58AE-48D3-855C-F8826AD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D1723-3398-4042-94F8-083D8DA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Аккаунт Play, служебная почта и ключ загрузки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и формы магазина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тестировщиков на 14 дней, если правило применимо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Подписанный релиз и синтетические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1B38F-F402-4DBA-9DC6-78ADF0E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ДНИ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CD598-18A7-4162-A1F5-0064504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Проверка операторов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B4DC8-806C-49C6-B9D3-73C1EE4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CB8B0-ADB7-4561-9538-D70C2DE4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и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Матрица SIM и тарифов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Десять холодных запусков на оператора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Звонки, звук, SMS и возврат в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CE513-5E26-4B3E-8C27-E2440B4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ДНИ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738E3-50B5-418D-9D54-17194E27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Пилот и расширение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EF632-344A-46DD-A973-9596FECF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9C57D-7EB9-475E-B008-1FF311D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Три платные площадки Ucell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Метрики установки, пропусков и поддержки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Доработать интерфейс Phone и звонки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Профиль второго модема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Старт общего протокола для macOS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A3517-B4BC-4F6E-9D5D-D5E1BA6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75256-1D63-44D0-8FDE-B91CD89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Коммерческие риски: доступность 2G/3G, согласование оператора и тарифа, привилегированная подпись шлюза и проверка Google 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43698-BCD8-4A4F-9367-4C9462A7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ПЛАН APPLE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B6B7B-9794-4DF1-9A4C-E4E77BF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Сначала macOS. Затем iPadOS для звонков и SMS на переднем плане. Надёжный фон требует корректного push-сервиса и добавляет облачную зависимость.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FFE5B-F13A-49F6-8E2A-C7BC3872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ЗАПРОС К TUIT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477A1-F628-4BFC-AA0B-F71DC797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Наставник по телекоммуникациям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SIM-карты четырёх операторов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Три пилотные площадки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Группа тестировщиков 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65266-7645-40FB-A61D-DB9A587E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TUIT, 24 сентября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A77A1-F1A0-42C4-911A-FFEF9B0E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7465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2026-09-25T08:48:03.3350000Z</dcterms:created>
  <dcterms:modified xsi:type="dcterms:W3CDTF">2026-09-25T08:48:03.3350000Z</dcterms:modified>
</coreProperties>
</file>