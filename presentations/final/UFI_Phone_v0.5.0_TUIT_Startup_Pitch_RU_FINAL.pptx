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5dbf12b5364161" /><Relationship Type="http://schemas.openxmlformats.org/officeDocument/2006/relationships/extended-properties" Target="/docProps/app.xml" Id="R9aaf6594439e4a66" /><Relationship Type="http://schemas.openxmlformats.org/officeDocument/2006/relationships/officeDocument" Target="/ppt/presentation.xml" Id="Rcc7599f8f3ea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c5a7609603408f"/>
  </p:sldMasterIdLst>
  <p:notesMasterIdLst>
    <p:notesMasterId xmlns:r="http://schemas.openxmlformats.org/officeDocument/2006/relationships" r:id="Reb14e59954034232"/>
  </p:notesMasterIdLst>
  <p:sldIdLst>
    <p:sldId xmlns:r="http://schemas.openxmlformats.org/officeDocument/2006/relationships" id="256" r:id="R2885c0b3d7624fa5"/>
    <p:sldId xmlns:r="http://schemas.openxmlformats.org/officeDocument/2006/relationships" id="257" r:id="R4e09a1c201ef45b5"/>
    <p:sldId xmlns:r="http://schemas.openxmlformats.org/officeDocument/2006/relationships" id="258" r:id="Rfc3f84b5a69a4d11"/>
    <p:sldId xmlns:r="http://schemas.openxmlformats.org/officeDocument/2006/relationships" id="259" r:id="R2517769bd3044a54"/>
    <p:sldId xmlns:r="http://schemas.openxmlformats.org/officeDocument/2006/relationships" id="260" r:id="Rd535eb14b0e646ab"/>
    <p:sldId xmlns:r="http://schemas.openxmlformats.org/officeDocument/2006/relationships" id="261" r:id="Re22909e901dc4ec7"/>
    <p:sldId xmlns:r="http://schemas.openxmlformats.org/officeDocument/2006/relationships" id="262" r:id="Rde3d191dfee54435"/>
    <p:sldId xmlns:r="http://schemas.openxmlformats.org/officeDocument/2006/relationships" id="263" r:id="Rcafb8a16595842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704ab844447b9" /><Relationship Type="http://schemas.openxmlformats.org/officeDocument/2006/relationships/slideMaster" Target="/ppt/slideMasters/slideMaster1.xml" Id="R13c5a7609603408f" /><Relationship Type="http://schemas.openxmlformats.org/officeDocument/2006/relationships/notesMaster" Target="/ppt/notesMasters/notesMaster1.xml" Id="Reb14e59954034232" /><Relationship Type="http://schemas.openxmlformats.org/officeDocument/2006/relationships/presProps" Target="/ppt/presProps.xml" Id="Rfaf98804016e4fcc" /><Relationship Type="http://schemas.openxmlformats.org/officeDocument/2006/relationships/tableStyles" Target="/ppt/tableStyles.xml" Id="R91910a76c7dc4b4b" /><Relationship Type="http://schemas.openxmlformats.org/officeDocument/2006/relationships/slide" Target="/ppt/slides/slide1.xml" Id="R2885c0b3d7624fa5" /><Relationship Type="http://schemas.openxmlformats.org/officeDocument/2006/relationships/slide" Target="/ppt/slides/slide2.xml" Id="R4e09a1c201ef45b5" /><Relationship Type="http://schemas.openxmlformats.org/officeDocument/2006/relationships/slide" Target="/ppt/slides/slide3.xml" Id="Rfc3f84b5a69a4d11" /><Relationship Type="http://schemas.openxmlformats.org/officeDocument/2006/relationships/slide" Target="/ppt/slides/slide4.xml" Id="R2517769bd3044a54" /><Relationship Type="http://schemas.openxmlformats.org/officeDocument/2006/relationships/slide" Target="/ppt/slides/slide5.xml" Id="Rd535eb14b0e646ab" /><Relationship Type="http://schemas.openxmlformats.org/officeDocument/2006/relationships/slide" Target="/ppt/slides/slide6.xml" Id="Re22909e901dc4ec7" /><Relationship Type="http://schemas.openxmlformats.org/officeDocument/2006/relationships/slide" Target="/ppt/slides/slide7.xml" Id="Rde3d191dfee54435" /><Relationship Type="http://schemas.openxmlformats.org/officeDocument/2006/relationships/slide" Target="/ppt/slides/slide8.xml" Id="Rcafb8a16595842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936e7dc3e4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053fd928cf48a5" /><Relationship Type="http://schemas.openxmlformats.org/officeDocument/2006/relationships/notesMaster" Target="/ppt/notesMasters/notesMaster1.xml" Id="Rc0bc7b1ab6a14d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83bc2fe564f22" /><Relationship Type="http://schemas.openxmlformats.org/officeDocument/2006/relationships/notesMaster" Target="/ppt/notesMasters/notesMaster1.xml" Id="R78112ac46e7843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ab561c28624179" /><Relationship Type="http://schemas.openxmlformats.org/officeDocument/2006/relationships/notesMaster" Target="/ppt/notesMasters/notesMaster1.xml" Id="R854203d73b734f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9e4d399df346b3" /><Relationship Type="http://schemas.openxmlformats.org/officeDocument/2006/relationships/notesMaster" Target="/ppt/notesMasters/notesMaster1.xml" Id="Rad0aba57ca3249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e62b435b3245a3" /><Relationship Type="http://schemas.openxmlformats.org/officeDocument/2006/relationships/notesMaster" Target="/ppt/notesMasters/notesMaster1.xml" Id="R97e76980437748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0c6a3d82b1483f" /><Relationship Type="http://schemas.openxmlformats.org/officeDocument/2006/relationships/notesMaster" Target="/ppt/notesMasters/notesMaster1.xml" Id="Rd221cd17a67744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227ab9010045a9" /><Relationship Type="http://schemas.openxmlformats.org/officeDocument/2006/relationships/notesMaster" Target="/ppt/notesMasters/notesMaster1.xml" Id="R4dfb071539c44f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4970a5fe22413d" /><Relationship Type="http://schemas.openxmlformats.org/officeDocument/2006/relationships/notesMaster" Target="/ppt/notesMasters/notesMaster1.xml" Id="R0c220dab822f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Доказательства продукта: UFI Phone v0.5.0 at commit 116de4779f0a3eed155390c43de84b1bb24f3df5. The repository documents direct local SMS, incoming and outgoing ordinary carrier calls, two-way audio, call history, incoming-call UI, radio-mode recovery, Android, Linux and Windows clients.</a:t>
            </a:r>
          </a:p>
          <a:p xmlns:a="http://schemas.openxmlformats.org/drawingml/2006/main">
            <a:r>
              <a:t>https://github.com/Ruskuv1708/ufi-sms-telegram-forwarder/commit/116de4779f0a3eed155390c43de84b1bb24f3df5</a:t>
            </a:r>
          </a:p>
          <a:p xmlns:a="http://schemas.openxmlformats.org/drawingml/2006/main">
            <a:r>
              <a:t>https://github.com/Ruskuv1708/ufi-sms-telegram-forwarder/blob/116de4779f0a3eed155390c43de84b1bb24f3df5/README.md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 illustration contains no customer data and does not depict the tested physical device.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 репозитория: direct local SMS receive/read/send, incoming and outgoing ordinary carrier calls, two-way audio, incoming-call UI, call history, network-mode health and recovery. Telegram remains an optional compatibility path and the installer leaves it disabled.</a:t>
            </a:r>
          </a:p>
          <a:p xmlns:a="http://schemas.openxmlformats.org/drawingml/2006/main">
            <a:r>
              <a:t>https://github.com/Ruskuv1708/ufi-sms-telegram-forwarder/blob/116de4779f0a3eed155390c43de84b1bb24f3df5/README.md</a:t>
            </a:r>
          </a:p>
          <a:p xmlns:a="http://schemas.openxmlformats.org/drawingml/2006/main">
            <a:r>
              <a:t>https://github.com/Ruskuv1708/ufi-sms-telegram-forwarder/blob/116de4779f0a3eed155390c43de84b1bb24f3df5/docs/product-vision.md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real phone numbers, SMS content, tokens or private screenshots are included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Техническая граница: the tested UFI003 firmware has no usable IMS stack. Ucell calls work by moving from LTE data to WCDMA/HSPA for circuit-switched voice, then returning to LTE. Operator VoLTE availability and modem IMS capability are separate facts.</a:t>
            </a:r>
          </a:p>
          <a:p xmlns:a="http://schemas.openxmlformats.org/drawingml/2006/main">
            <a:r>
              <a:t>https://github.com/Ruskuv1708/ufi-sms-telegram-forwarder/blob/116de4779f0a3eed155390c43de84b1bb24f3df5/README.md</a:t>
            </a:r>
          </a:p>
          <a:p xmlns:a="http://schemas.openxmlformats.org/drawingml/2006/main">
            <a:r>
              <a:t>https://github.com/Ruskuv1708/ufi-sms-telegram-forwarder/blob/116de4779f0a3eed155390c43de84b1bb24f3df5/hardware-profiles.json</a:t>
            </a:r>
          </a:p>
          <a:p xmlns:a="http://schemas.openxmlformats.org/drawingml/2006/main">
            <a:r>
              <a:t>https://github.com/Ruskuv1708/ufi-sms-telegram-forwarder/blob/116de4779f0a3eed155390c43de84b1bb24f3df5/docs/uzbekistan-market-and-operator-compatibility.md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gateway is restricted to the modem LAN and requires a pairing token. The current scope excludes emergency numbers, short codes, service codes, supplementary services and native IMS/VoLTE.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Подтверждение сборок: GitHub Actions run #3 for commit 116de47 finished successfully and produced three artifacts: Android AAB (660 KB), Linux x86_64 executable (23 MB) and Windows x86_64 executable (11.9 MB).</a:t>
            </a:r>
          </a:p>
          <a:p xmlns:a="http://schemas.openxmlformats.org/drawingml/2006/main">
            <a:r>
              <a:t>https://github.com/Ruskuv1708/ufi-sms-telegram-forwarder/actions/runs/35964803887</a:t>
            </a:r>
          </a:p>
          <a:p xmlns:a="http://schemas.openxmlformats.org/drawingml/2006/main">
            <a:r>
              <a:t>https://github.com/Ruskuv1708/ufi-sms-telegram-forwarder/commit/116de4779f0a3eed155390c43de84b1bb24f3df5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Android targets API 36. The repository contains the responsive Google-style Calls, Keypad and Messages interface, including the corrected landscape keypad. Only the ordinary Android companion belongs in Google Play; the privileged modem gateway remains behind the exact-profile installer.</a:t>
            </a:r>
          </a:p>
          <a:p xmlns:a="http://schemas.openxmlformats.org/drawingml/2006/main">
            <a:r>
              <a:t>https://github.com/Ruskuv1708/ufi-sms-telegram-forwarder/blob/116de4779f0a3eed155390c43de84b1bb24f3df5/distribution/google-play/release-checklist.md</a:t>
            </a:r>
          </a:p>
          <a:p xmlns:a="http://schemas.openxmlformats.org/drawingml/2006/main">
            <a:r>
              <a:t>https://github.com/Ruskuv1708/ufi-sms-telegram-forwarder/blob/116de4779f0a3eed155390c43de84b1bb24f3df5/docs/adding-hardware-profiles.md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допущения:</a:t>
            </a:r>
          </a:p>
          <a:p xmlns:a="http://schemas.openxmlformats.org/drawingml/2006/main">
            <a:r>
              <a:t>- Apple currently shows a $150 difference between Wi-Fi and Wi-Fi + Cellular at the same base iPad storage tier; 10 × $150 = $1,500. https://www.apple.com/shop/buy-ipad/ipad</a:t>
            </a:r>
          </a:p>
          <a:p xmlns:a="http://schemas.openxmlformats.org/drawingml/2006/main">
            <a:r>
              <a:t>- RingCentral Essentials starts at $19.99 per user each month with annual billing; 10 × $19.99 × 12 = $2,398.80, rounded to $2,399. https://www.ringcentral.com/shared/content/plans-and-pricing.html</a:t>
            </a:r>
          </a:p>
          <a:p xmlns:a="http://schemas.openxmlformats.org/drawingml/2006/main">
            <a:r>
              <a:t>- UFI Phone pilot pricing remains a hypothesis: $49 starter kit + $3 × 10 active devices × 12 months = $409 in year one. The $10 modem price is the founder's purchase price and is not a supplier quote or validated scalable BOM.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compares budget anchors rather than equivalent products. RingCentral includes a broad UCaaS feature set; cellular iPad pricing buys data connectivity rather than this local carrier-call gateway.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 рынка: Uzbekistan had 36.3483 million mobile subscriptions, or 96.6 per 100 residents, as of 1 April 2025. The national competition authority identifies six operators. These figures show market scale and do not forecast UFI Phone demand.</a:t>
            </a:r>
          </a:p>
          <a:p xmlns:a="http://schemas.openxmlformats.org/drawingml/2006/main">
            <a:r>
              <a:t>https://stat.uz/files/538/2025-Choraklik-natijalar-january--march-ang/3940/Report-for-January-March-2025.pdf</a:t>
            </a:r>
          </a:p>
          <a:p xmlns:a="http://schemas.openxmlformats.org/drawingml/2006/main">
            <a:r>
              <a:t>https://raqobat.gov.uz/ru/rezultaty-analiza-rynka-uslug-mobilnoj-svyazi/</a:t>
            </a:r>
          </a:p>
          <a:p xmlns:a="http://schemas.openxmlformats.org/drawingml/2006/main">
            <a:r>
              <a:t>https://github.com/Ruskuv1708/ufi-sms-telegram-forwarder/blob/116de4779f0a3eed155390c43de84b1bb24f3df5/docs/uzbekistan-market-and-operator-compatibility.md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Customer segments, channel design and paid-pilot sequencing remain hypotheses for validation. The image is generated and illustrative; it contains no real customer, call or message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по операторам:</a:t>
            </a:r>
          </a:p>
          <a:p xmlns:a="http://schemas.openxmlformats.org/drawingml/2006/main">
            <a:r>
              <a:t>- Ucell VoLTE/ViLTE announcement: https://ucell.uz/en/company_news/ucell_volte_vilte-_texnologiyalarining_yangi_ufqlari</a:t>
            </a:r>
          </a:p>
          <a:p xmlns:a="http://schemas.openxmlformats.org/drawingml/2006/main">
            <a:r>
              <a:t>- Mobiuz VoLTE and 2G/3G fallback: https://corp.mobi.uz/en/uslugi/volte/?VOICE=Y</a:t>
            </a:r>
          </a:p>
          <a:p xmlns:a="http://schemas.openxmlformats.org/drawingml/2006/main">
            <a:r>
              <a:t>- Uzmobile VoLTE and 2G/3G handover: https://uztelecom.uz/en/for-individuals/mobile-communication/gsm/services/additional-services/volte/</a:t>
            </a:r>
          </a:p>
          <a:p xmlns:a="http://schemas.openxmlformats.org/drawingml/2006/main">
            <a:r>
              <a:t>- Beeline VoLTE requirements: https://b2b.beeline.uz/en/products/services/volte</a:t>
            </a:r>
          </a:p>
          <a:p xmlns:a="http://schemas.openxmlformats.org/drawingml/2006/main">
            <a:r>
              <a:t>- Humans network information: https://qr.humans.uz/ru/telecom</a:t>
            </a:r>
          </a:p>
          <a:p xmlns:a="http://schemas.openxmlformats.org/drawingml/2006/main">
            <a:r>
              <a:t>- Perfectum CDMA and supported-device ecosystem: https://perfectum.uz/uz/cdma and https://perfectum.uz/uz/pages/sotni-ustroistv</a:t>
            </a:r>
          </a:p>
          <a:p xmlns:a="http://schemas.openxmlformats.org/drawingml/2006/main">
            <a:r>
              <a:t>- Project compatibility report and required SIM acceptance matrix: https://github.com/Ruskuv1708/ufi-sms-telegram-forwarder/blob/116de4779f0a3eed155390c43de84b1bb24f3df5/docs/uzbekistan-market-and-operator-compatibility.md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Ucell has passed the project's LTE data, direct SMS, incoming/outgoing call and two-way-audio tests on this exact UFI003. Mobiuz, Uzmobile, Beeline and Humans require actual SIM and tariff validation. Perfectum paths are unsupported on this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по публикации и платформам:</a:t>
            </a:r>
          </a:p>
          <a:p xmlns:a="http://schemas.openxmlformats.org/drawingml/2006/main">
            <a:r>
              <a:t>- Google Play checklist and current project prerequisites: https://github.com/Ruskuv1708/ufi-sms-telegram-forwarder/blob/116de4779f0a3eed155390c43de84b1bb24f3df5/distribution/google-play/release-checklist.md</a:t>
            </a:r>
          </a:p>
          <a:p xmlns:a="http://schemas.openxmlformats.org/drawingml/2006/main">
            <a:r>
              <a:t>- Target API requirements: https://support.google.com/googleplay/android-developer/answer/11926878?hl=en</a:t>
            </a:r>
          </a:p>
          <a:p xmlns:a="http://schemas.openxmlformats.org/drawingml/2006/main">
            <a:r>
              <a:t>- Android App Bundles: https://developer.android.com/guide/app-bundle</a:t>
            </a:r>
          </a:p>
          <a:p xmlns:a="http://schemas.openxmlformats.org/drawingml/2006/main">
            <a:r>
              <a:t>- Play App Signing: https://developer.android.com/studio/publish/app-signing</a:t>
            </a:r>
          </a:p>
          <a:p xmlns:a="http://schemas.openxmlformats.org/drawingml/2006/main">
            <a:r>
              <a:t>- Production access for new personal accounts: https://support.google.com/googleplay/android-developer/answer/14151465?hl=en</a:t>
            </a:r>
          </a:p>
          <a:p xmlns:a="http://schemas.openxmlformats.org/drawingml/2006/main">
            <a:r>
              <a:t>- Apple platform roadmap: https://github.com/Ruskuv1708/ufi-sms-telegram-forwarder/blob/116de4779f0a3eed155390c43de84b1bb24f3df5/docs/apple-platform-roadmap.md</a:t>
            </a:r>
          </a:p>
          <a:p xmlns:a="http://schemas.openxmlformats.org/drawingml/2006/main">
            <a:r>
              <a:t>- Apple local-network privacy: https://developer.apple.com/documentation/technotes/tn3179-understanding-local-network-privacy</a:t>
            </a:r>
          </a:p>
          <a:p xmlns:a="http://schemas.openxmlformats.org/drawingml/2006/main">
            <a:r>
              <a:t>- CallKit: https://developer.apple.com/documentation/CallKit</a:t>
            </a:r>
          </a:p>
          <a:p xmlns:a="http://schemas.openxmlformats.org/drawingml/2006/main">
            <a:r>
              <a:t>- macOS notarization: https://developer.apple.com/documentation/Security/notarizing-macos-software-before-distribution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is the recommended first Apple platform. An iPadOS foreground companion can use the local modem connection, but reliable background incoming calls require a compliant push architecture. That choice adds a server and changes the current local-only privacy model. Milestones and pilot counts are proposed targets, not completed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f73849b354d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e91166accf45ed" /><Relationship Type="http://schemas.openxmlformats.org/officeDocument/2006/relationships/slideLayout" Target="/ppt/slideLayouts/slideLayout1.xml" Id="R466ff165bb9848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ff165bb9848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6d6c49d464853" /><Relationship Type="http://schemas.openxmlformats.org/officeDocument/2006/relationships/image" Target="/ppt/media/image.png" Id="R46869730e17e40c3" /><Relationship Type="http://schemas.openxmlformats.org/officeDocument/2006/relationships/image" Target="/ppt/media/image2.png" Id="R91838f6761da4530" /><Relationship Type="http://schemas.openxmlformats.org/officeDocument/2006/relationships/notesSlide" Target="/ppt/notesSlides/notesSlide1.xml" Id="R0418b9255c1d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a66309e7a430f" /><Relationship Type="http://schemas.openxmlformats.org/officeDocument/2006/relationships/notesSlide" Target="/ppt/notesSlides/notesSlide2.xml" Id="R51240f17d2c044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fbd0a949748dc" /><Relationship Type="http://schemas.openxmlformats.org/officeDocument/2006/relationships/notesSlide" Target="/ppt/notesSlides/notesSlide3.xml" Id="R8b71b6e8a81a40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a4b3762284794" /><Relationship Type="http://schemas.openxmlformats.org/officeDocument/2006/relationships/notesSlide" Target="/ppt/notesSlides/notesSlide4.xml" Id="R338894c3d320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25749b68543a1" /><Relationship Type="http://schemas.openxmlformats.org/officeDocument/2006/relationships/chart" Target="/ppt/slides/charts/chart1.xml" Id="R4e5fc0af03f74473" /><Relationship Type="http://schemas.openxmlformats.org/officeDocument/2006/relationships/notesSlide" Target="/ppt/notesSlides/notesSlide5.xml" Id="Ra43614982f3548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03cc4c7414eab" /><Relationship Type="http://schemas.openxmlformats.org/officeDocument/2006/relationships/image" Target="/ppt/media/image3.png" Id="R4d7c48b0742845b8" /><Relationship Type="http://schemas.openxmlformats.org/officeDocument/2006/relationships/notesSlide" Target="/ppt/notesSlides/notesSlide6.xml" Id="Rc8a75efb59d046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041b384104c48" /><Relationship Type="http://schemas.openxmlformats.org/officeDocument/2006/relationships/notesSlide" Target="/ppt/notesSlides/notesSlide7.xml" Id="R78a24038ff6c4a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73b46850b476b" /><Relationship Type="http://schemas.openxmlformats.org/officeDocument/2006/relationships/notesSlide" Target="/ppt/notesSlides/notesSlide8.xml" Id="Re63ea6fc175449e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23C9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9A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A62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B6BFB"/>
              </a:solidFill>
            </c:spPr>
          </c:dPt>
          <c:cat>
            <c:strLit>
              <c:ptCount val="3"/>
              <c:pt idx="0">
                <c:v>Цель UFI Phone*</c:v>
              </c:pt>
              <c:pt idx="1">
                <c:v>Наценка Apple ×10</c:v>
              </c:pt>
              <c:pt idx="2">
                <c:v>Лицензии RingCentral ×10</c:v>
              </c:pt>
            </c:strLit>
          </c:cat>
          <c:val>
            <c:numLit>
              <c:formatCode>$#,##0</c:formatCode>
              <c:ptCount val="3"/>
              <c:pt idx="0">
                <c:v>409</c:v>
              </c:pt>
              <c:pt idx="1">
                <c:v>1500</c:v>
              </c:pt>
              <c:pt idx="2">
                <c:v>2399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633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69730e17e40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9FFB3-230C-4886-A6B3-43E02813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65000">
                <a:srgbClr val="071A2B">
                  <a:alpha val="92000"/>
                </a:srgbClr>
              </a:gs>
              <a:gs pos="100000">
                <a:srgbClr val="071A2B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38f6761da4530"/>
          <a:stretch xmlns:a="http://schemas.openxmlformats.org/drawingml/2006/main"/>
        </p:blipFill>
        <p:spPr>
          <a:xfrm xmlns:a="http://schemas.openxmlformats.org/drawingml/2006/main">
            <a:off x="704850" y="4572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50D32-9E73-4274-ADFC-02983826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0CA2D-06FF-422F-AF13-8BBEEB0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v0.5.0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D551E-4C7B-4448-A0E3-E4282B9D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Обычные мобильные звонки и SMS на уже имеющихся экранах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A2AC-7F10-4F7C-B711-989D291A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521B7-D2E3-4487-8310-D1C4CA75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Проверенный профиль UFI003 в сети Ucell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F73A5-06EC-4938-907F-ECD27D86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rPr>
              <a:t>Релизные сборки для Android, Linux и Windows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6039D-BDAD-4316-9240-FA90FF61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rPr>
              <a:t>Стартап-питч для TUIT  /  24 сентября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ED2A0-51DB-43B6-9CEA-66151015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RU</a:t>
            </a:r>
          </a:p>
        </p:txBody>
      </p:sp>
    </p:spTree>
    <p:extLst>
      <p:ext uri="{BB962C8B-B14F-4D97-AF65-F5344CB8AC3E}">
        <p14:creationId xmlns:p14="http://schemas.microsoft.com/office/powerpoint/2010/main" val="365603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FF60F-A960-4B72-B99D-BA5931D6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3219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F9D74-0ACE-4202-B293-DE3003AC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E9A5D-E7A1-42DE-BE9B-F6A8A6BA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8E2AF-2A7D-4458-AE15-84CB990B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Что уже работает в v0.5.0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4D7F6-1548-4879-8F50-B44BEBD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Локальный шлюз закрывает полный цикл обычных звонков и SMS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AF3A8-EF7D-4FA6-B3B9-9542263A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ЗВОНКИ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7363D-F1FF-4EFE-8752-77623C5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9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49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Дуплекс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CD905-C1A6-4237-9F2D-1F77CA40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Входящие и исходящие вызовы, ответ, завершение и двусторонний звук.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4B84D-BEFF-4427-A053-C53F21AC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61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Готовы экран входящего вызова и локальная история.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57B30-1409-4197-B2BF-2DEEB3C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СООБЩЕНИЯ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415C2-1F4D-4F94-94DB-B2438DF0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4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Локально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C34A6-D7C1-4735-B052-7B8C16B4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Получение, чтение и отправка SMS напрямую по частной сети модема.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5FD59-08A6-4FD5-A674-FDB04BBB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Telegram не обязателен и по умолчанию отключён.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B807B-D907-4596-9C28-635830B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99009-C704-43D0-A6C0-0404D46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1043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Контроль режима сети и автоматическое восстановление сохраняют готовность к входящим вызовам после перезагрузки.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667CF-7756-4E52-A7A5-F438D304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  •  24 сентября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3A8F1-BE38-4047-B62D-7332C182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5933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752725"/>
            <a:ext cx="8572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2752725"/>
            <a:ext cx="8572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382000" y="2181225"/>
            <a:ext cx="85725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752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752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A4F77C-AA3A-48BF-AAAB-A70A9EC3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DC527-08A2-4B77-8F9A-7D36BBB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20A31-B1EC-4D8B-AA4F-C487A302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Архитектура с доказанными границами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FB914-5E66-44D2-A9E3-5A711705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Проверенный UFI003 управляет SIM, радиорежимом, вызовами и хранилищем 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D0304-7C0D-48E3-961C-EBA8D6F1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B3E"/>
          </a:solidFill>
          <a:ln xmlns:a="http://schemas.openxmlformats.org/drawingml/2006/main" w="14288">
            <a:solidFill>
              <a:srgbClr val="31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AE42D-C9C1-42C3-87B7-AD8BCAB6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Мобильная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сеть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AC7E6-21D8-48B8-BB52-72EE3E4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9E04D-AB9F-413C-8FE1-07D2BBFA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Проверенный UFI003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SIM • радио • шлюз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C55B9-A07C-4EDA-8D87-C525B51E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7A77B-C340-40A1-A0C0-7273F374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Защищённая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локальная сеть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A7414-FA3D-4024-93B8-3750076A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75686-5B6B-4DF1-801D-EF36368F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5B774-8AF8-46BB-813F-E8B34F91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B82B1-BFA5-4409-8F6F-FB8EE17C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Android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3ACDE-D74E-4364-A167-86480DE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Linux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4999D-E612-459E-A918-DC2464A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8D420-8158-4050-9E91-C705135C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Голосовой путь: LTE передаёт вызов в WCDMA/HSPA для обычного вызова через 2G/3G.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140E0-1C0F-49BB-87B5-402D2CF3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rPr>
              <a:t>Наличие VoLTE у оператора не создаёт рабочий IMS-стек в этом модеме.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99035-3F3F-4CE3-96F8-3DBE2E74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Границы: только неэкстренные вызовы, один активный разговор и один аудиоклиент.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B6256-D063-4D1D-8D5C-C8621D07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Защищённый установщик принимает только точный профиль UFI003. Похожее оборудование отклоняется.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DD2DC-C927-4EF0-ADAD-FA9D1D37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  •  24 сентября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E2F8B-4F73-46D0-9829-F9C2FB31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8203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10738-636D-4FB8-A077-45078881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4A91A-1B99-4D4D-A639-9246688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B27E7-E839-4CBC-9C6D-1B83E9AE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Релизные сборки и готовность платформ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D64EE-2150-44EC-B3F8-2009A0DA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Коммит 116de47 создал три артефакта в успешном запуске GitHub Actions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733800"/>
                <a:gridCol w="2000250"/>
                <a:gridCol w="3714750"/>
              </a:tblGrid>
              <a:tr h="47625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Платформа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поставляется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Подтверждение сборки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Оставшееся условие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Android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 Phone v0.5.0: адаптивные Calls, Keypad и Messages; исправлена клавиатура в альбомном режиме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AAB для API 36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Аккаунт издателя, ключ загрузки, формы Play и закрытый тест при необходимости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Linux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Настольные звонки, SMS, история и двусторонний звук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x86_64-файл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Проверка установщика и поддержки на целевых дистрибутивах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Windows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Переносимое приложение со звонками, SMS, историей и PortAudio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Собран x86_64-файл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Подпись установщика и проверка поддержки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Шлюз UFI003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Device doctor, защищённый установщик, звонки, SMS, звук и восстановление сети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Проверен точный профиль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73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Похожие устройства пока отклоняются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C7641-7222-47B8-8472-E03441D6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  •  24 сентября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CAC96-9A62-4753-B404-64BF8F82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533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1FA48-75C2-4793-B586-615A5128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7BE45-E37A-49F4-9271-325714A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F43F4-BCDE-403B-B2C5-91DC2F90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Расходы первого года для десяти устройств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93557-A141-4066-BE21-32E199CB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 использует один проверенный шлюз и уже купленные экраны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6B6D7-5482-41EF-8ECF-069AFDF4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66C7A-BD98-433B-8FF2-9C4936BC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цена купленного модема, а не серийная себестоимость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79A51-6FBC-4000-9E1A-7BE65F80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9BE73-1667-4F1F-B495-823B0F90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Гипотеза цены пилота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584B5-FA1B-413C-860F-5B4A31D0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Стартовый комплект $49 + $3 в месяц за активное устройство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= $409 в первый год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14C46-98D2-43F8-BA37-1D68E0C6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До запуска нужно измерить время установки, нагрузку поддержки и стоимость сопровождения профилей.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476750" y="185737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5fc0af03f7447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06B3B-F76D-47B1-AB5E-0078C41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864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*Гипотеза, а не действующее предложение. Не включены тариф, налоги и уже имеющиеся экраны. Наборы функций различаются.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A3EB4-7840-4D12-96EE-2142F535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  •  24 сентября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418B4-D330-4803-A63C-0D76D3A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4601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c48b0742845b8"/>
          <a:srcRect xmlns:a="http://schemas.openxmlformats.org/drawingml/2006/main" l="18000" t="2000" r="2000" b="2000"/>
          <a:stretch xmlns:a="http://schemas.openxmlformats.org/drawingml/2006/main"/>
        </p:blipFill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50B68-08DC-4922-87E3-A8C2351C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48000">
                <a:srgbClr val="071A2B">
                  <a:alpha val="84000"/>
                </a:srgbClr>
              </a:gs>
              <a:gs pos="100000">
                <a:srgbClr val="071A2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540D9-9900-4471-A51D-BA3A4154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5E262-03C4-4887-9BA0-2ABC54E8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823E1-4E65-4F04-ADFF-9940A83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28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Первый рынок в Узбекистане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87757-F920-4958-9E36-92E09F57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Выход на рынок начинается с одного проверенного оператора и точного профиля устройства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26D24-9ADB-4E88-B55E-52CB3497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3750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36,35 млн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53E60-A9E9-4897-A876-D551AAA4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мобильных подключений в Узбекистане на 1 апреля 2025 года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7ED1D-915F-4A2C-8824-645E57A6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295F2-E5DC-4670-A9EE-A41B1F5D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ПЕРВЫЕ КЛИЕНТЫ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9BE6C-3803-422C-AB9D-02E20978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5A442-91B1-4A50-890E-8E392F76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Магазины и сервисные точки с одним публичным номером на Wi-Fi-экранах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47CC8-1A6F-492B-A4A0-33EF459E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F7CAC-53A0-4267-8318-9EDB1D8E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Офисы и лаборатории в кампусе, где SIM нужна на планшетах и ПК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C6814-6B45-422E-945A-7AC30E8B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7416F-305A-4EBC-BC97-A8A068FA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Выездные площадки, где стационарная АТС или полный UCaaS избыточны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BC7B4-2119-451A-BFAA-86CB29EA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1DADF-1335-4078-9E28-B0C70E6D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ВЫХОД НА РЫНОК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1CA28-1FCC-4BEB-A115-0401B656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Начать с платных пилотов Ucell на проверенном UFI003.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Добавлять операторов только после проверки SIM и тарифа.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Гипотеза канала: продавцы модемов и локальные ИТ-интеграторы.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037E3-3F33-4B3D-8887-46C2B08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  •  24 сентября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7FD72-FB51-4095-8DF9-D52E7C00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8213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6692F-BCAD-4282-B0D1-90C79EA3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9FE74-BDE9-4DC9-BE6E-7858D88C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E9221-668D-4324-BBC6-0693E36B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Совместимость с операторами Узбекистана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324E6-02E5-4B5C-B242-B98ECDA7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VoLTE в сети оператора не означает поддержку IMS внутри этого UFI003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57500"/>
                <a:gridCol w="4305300"/>
                <a:gridCol w="2476500"/>
              </a:tblGrid>
              <a:tr h="4572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Оператор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Данные о сети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Данные по UFI003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Коммерческое заявление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Ucell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Официальная услуга VoLTE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Проверены LTE, SMS, звонки и двусторонний звук; голос уходит в WCDMA/HSPA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Опорный оператор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Mobiuz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Страница VoLTE описывает возврат в 2G/3G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SIM проекта ещё не проверена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SIM и тариф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Страница VoLTE описывает переход в 2G/3G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SIM проекта ещё не проверена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SIM, APN и возврат в LTE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Beeline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для совместимых USIM и устройств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IMS модема не работает; обычный голосовой путь не проверен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Проверить нужный тариф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Humans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Сервис работает в сети 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Настройки MVNO ещё не проверены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Тестировать отдельно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Perfectum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CDMA и устройства 5G SA/VoNR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Несовместимо с этим точным UFI003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28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Не поддерживается этим модемом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F55C9-B3F2-4F68-B977-34931695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Стартап-питч TUIT  •  24 сентября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E185B-9362-409A-B2FE-AAFA2CF8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5917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CBF99-E70A-46D7-B6D5-F582D724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500E6-6AC2-4837-A189-8867C58A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51C90-110D-49F2-8922-88F92BAA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План коммерциализации на 90 дней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F9578-EB55-4260-8CE5-DFAA890D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Релизные сборки готовы; пилот теперь зависит от операторских тестов и условий публикации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D276D-039F-4D9D-939B-6199A03D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ДНИ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CF27D-25FE-4CDB-9FAE-39A6C5F9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Релиз и измерения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E4F76-FA0C-414F-BCE5-1E70CF23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74895-5DB8-45E4-864F-0FFD802C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Аккаунт Play, служебная почта и ключ загрузки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App Signing и формы магазина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12 тестировщиков на 14 дней, если правило применимо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Подписанный релиз и синтетические материалы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9A1EE-19EA-4D98-9C77-A5B06B9F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ДНИ 31–60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D87D5-C637-4762-8EC1-66307E29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Проверка операторов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F2205-AA32-4D22-B60D-E1F7B117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6B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9FF83-35B1-4611-995C-05053BC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Mobiuz, Uzmobile, Beeline и Humans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Матрица SIM и тарифов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Десять холодных запусков на оператора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Звонки, звук, SMS и возврат в LTE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2DF77-4C9C-424E-8B6E-ACD81E12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ДНИ 61–90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DBB93-F216-44D8-A2C7-C2FDBAE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Пилот и расширение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51EED-6D07-43B5-845F-9C6928C1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F2A95-996C-4F0F-9655-BA27769B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Три платные площадки Ucell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Метрики установки, пропусков и поддержки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Доработать интерфейс Phone и звонки; профиль второго модема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Старт общего протокола для macOS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A6381-703D-448E-9725-05327E75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11F1D"/>
          </a:solidFill>
          <a:ln xmlns:a="http://schemas.openxmlformats.org/drawingml/2006/main" w="12383">
            <a:solidFill>
              <a:srgbClr val="7B4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0A6F5-7256-4B36-8A88-8ED38BB4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D5CE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FFD5CE"/>
                </a:solidFill>
                <a:latin typeface="Noto Sans"/>
                <a:ea typeface="Noto Sans"/>
                <a:cs typeface="Noto Sans"/>
              </a:rPr>
              <a:t>Коммерческие риски: доступность 2G/3G, согласование оператора и тарифа, привилегированная подпись шлюза и проверка Google Play.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52856-6DBD-47A8-B793-34B7D632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ПЛАН APPLE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97BFC-B875-4C6B-A410-76774B56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40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40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Сначала macOS. Затем iPadOS для звонков и SMS на переднем плане. Надёжный фон требует корректного push-сервиса и добавляет облачную зависимость.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BBAFE-60D4-47F2-AA53-3794862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ЗАПРОС К TUIT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59A9E-34BE-428E-A204-B1D8F336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054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Наставник по телекоммуникациям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SIM-карты четырёх операторов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Три пилотные площадки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Группа тестировщиков 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2605D-0255-45BC-AF0C-2766E41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Стартап-питч TUIT  •  24 сентября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0B7D8-8E8F-4E21-B16D-7349101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7138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2026-09-24T11:32:00.9350000Z</dcterms:created>
  <dcterms:modified xsi:type="dcterms:W3CDTF">2026-09-24T11:32:00.9350000Z</dcterms:modified>
</coreProperties>
</file>